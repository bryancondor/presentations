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— Beyond the Vibe (V2)</dc:title>
  <dc:subject>## Beyond the Vibe (V2)
Usando Context Engineering para llevar flujos agénticos a producción.
Bryan Condor · Software Engineer @ Addi · Meetup 2026
</dc:subject>
  <dc:creator/>
  <cp:lastModifiedBy/>
  <cp:revision>1</cp:revision>
  <dcterms:created xsi:type="dcterms:W3CDTF">2026-05-25T16:13:37Z</dcterms:created>
  <dcterms:modified xsi:type="dcterms:W3CDTF">2026-05-25T16:13:37Z</dcterms:modified>
</cp:coreProperties>
</file>